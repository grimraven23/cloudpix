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28-3d52-8dc3-8000-0000d274abf4.png?kimi-sig=-vaDzL0kaNXHZuSP40ncFBdhv6MfAsyPW1bt3sUH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2e-e712-8785-8000-00008304021d.png?kimi-sig=jRfZgYmjhqgqwe_xyn3Xl6r0pLNzzxOkAp7jWrfpf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7-dcd2-85eb-8000-000046ed6dab.png?kimi-sig=dJOHBJ-RXo8Oj03WHEUNR3OnP3eXeypkXJZJHXBiS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2f-1e62-8e2e-8000-00009421c138.png?kimi-sig=m2nV6shfkE1xRBotGvOXLk3PwzMaP7QYDDRa_Wdi2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2-a592-8997-8000-000089566f10.png?kimi-sig=OzCFYbjy3voYxY5a439ddSoaDYpgYJru_2Dl9zGr-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3-2b72-853d-8000-00001c6464b0.png?kimi-sig=2hY_Hf66SoW21BZczVIuLz5DoSaFf-gWcVlToafBc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d-0132-8c8f-8000-000009feebb6.png?kimi-sig=W2bQ5izU-Dt6rqNtmplVxYr0uOdtXaBocoZBM8uewP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44-dc72-8b30-8000-00006918066e.png?kimi-sig=xRKCX4iSgtZrXj2wh-AXz4QYCm6IUwcEBfH6uz1_Sk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c-bb02-8926-8000-000065965d68.png?kimi-sig=FN_LdYRTNPZDcaru1V3-CP9n2iFocSoH5_yWMJ2C_3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44-ce52-8890-8000-0000dc8bea49.png?kimi-sig=Ko2R-tvTntRKajxRFI87pK7r7-mKUoWfScRZIWot4j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3d-0702-8303-8000-0000c8c6d29c.png?kimi-sig=smc3yxJ2bOW_3DHbNcpEEtLCn7nyUGoR74s_yQADgF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4a-7852-8836-8000-000043980fe5.png?kimi-sig=vC3iKtNNy1-dJ_RdWI6-R0RoUmWQRMJmZ-2cWOHOLq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50-8472-853f-8000-0000dad1d8e3.png?kimi-sig=oWqklTbb7uABF2HfuQ54At2NlG5IXcuwwhQ5B_r-6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52-8ec2-8199-8000-00001473460e.png?kimi-sig=UqQSF39LE9_X5xk0lRtXwCSVhB5VUMDd0ohrqo9Jao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4b-63a2-86d6-8000-00006a52a1bd.png?kimi-sig=PalwNrCG8Oy2oOsgZ5F9QCcnmOsW5BEyuxgABnXSr6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4b-0452-8adc-8000-0000b3f97ded.png?kimi-sig=i61JTBkXBAiOsysTc1xTrH6DJPiNK7W_tzWiJMsDFF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5d-3342-883b-8000-0000776c05a7.png?kimi-sig=MTsfxlHUj_WeWnyofdBhdDrH-0aaDf0kxfUpDLbAQ4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5758-0232-8a20-8000-000069629b5f.png?kimi-sig=u1Wq10KyvQH335O7tLoFbaq9xUulcnRzUobI-3zNUh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CloudPix: Serverless Image Processing Pipeline</dc:title>
  <dc:subject>CloudPix: Serverless Image Processing Pipeline</dc:subject>
  <dc:creator>Kimi</dc:creator>
  <cp:lastModifiedBy>Kimi</cp:lastModifiedBy>
  <cp:revision>1</cp:revision>
  <dcterms:created xsi:type="dcterms:W3CDTF">2025-12-19T07:14:43Z</dcterms:created>
  <dcterms:modified xsi:type="dcterms:W3CDTF">2025-12-19T07:14:43Z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{"Label":"CloudPix: Serverless Image Processing Pipeline","ContentProducer":"001191110108MACG2KBH8F10000","ProduceID":"19b3571a-69e2-808a-8000-0000268c21cb","ReservedCode1":"","ContentPropagator":"001191110108MACG2KBH8F20000","PropagateID":"19b3571a-69e2-808a-8000-0000268c21cb","ReservedCode2":""}</vt:lpwstr>
  </property>
</Properties>
</file>